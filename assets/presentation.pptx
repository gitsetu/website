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1" r:id="rId4"/>
    <p:sldId id="258" r:id="rId5"/>
    <p:sldId id="262" r:id="rId6"/>
    <p:sldId id="276" r:id="rId7"/>
    <p:sldId id="274" r:id="rId8"/>
    <p:sldId id="261" r:id="rId9"/>
    <p:sldId id="259" r:id="rId10"/>
    <p:sldId id="263" r:id="rId11"/>
    <p:sldId id="277" r:id="rId12"/>
    <p:sldId id="270" r:id="rId13"/>
    <p:sldId id="265" r:id="rId14"/>
    <p:sldId id="272" r:id="rId15"/>
    <p:sldId id="266" r:id="rId16"/>
    <p:sldId id="273" r:id="rId17"/>
    <p:sldId id="279" r:id="rId18"/>
    <p:sldId id="280" r:id="rId19"/>
    <p:sldId id="275" r:id="rId20"/>
    <p:sldId id="269" r:id="rId21"/>
    <p:sldId id="278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79"/>
    <p:restoredTop sz="94648"/>
  </p:normalViewPr>
  <p:slideViewPr>
    <p:cSldViewPr snapToGrid="0">
      <p:cViewPr varScale="1">
        <p:scale>
          <a:sx n="61" d="100"/>
          <a:sy n="61" d="100"/>
        </p:scale>
        <p:origin x="248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FAB3B-CBA3-374B-9746-4682FB3D6906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2123B-759C-3440-BBEE-6B6D40403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1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2123B-759C-3440-BBEE-6B6D404035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3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svg"/><Relationship Id="rId7" Type="http://schemas.openxmlformats.org/officeDocument/2006/relationships/image" Target="../media/image2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40F6-6358-2484-0310-2E4F01D21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 Automator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C41E2-6C24-1376-0E42-79C48AF8BD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Exploration of 3 different approaches (scripting, coding, and AI prompting</a:t>
            </a:r>
          </a:p>
        </p:txBody>
      </p:sp>
    </p:spTree>
    <p:extLst>
      <p:ext uri="{BB962C8B-B14F-4D97-AF65-F5344CB8AC3E}">
        <p14:creationId xmlns:p14="http://schemas.microsoft.com/office/powerpoint/2010/main" val="75219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6F8-F19B-A4D9-EC0A-934D349E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The Problem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4290-D1B3-022A-1F95-37E25CCF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7187784" cy="3581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Easy to forget specific data required by complex labelling regulations. 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Errors and slowness of manually importing data. </a:t>
            </a:r>
          </a:p>
          <a:p>
            <a:pPr>
              <a:lnSpc>
                <a:spcPct val="100000"/>
              </a:lnSpc>
            </a:pPr>
            <a:endParaRPr lang="en-US" sz="2800" dirty="0"/>
          </a:p>
        </p:txBody>
      </p:sp>
      <p:pic>
        <p:nvPicPr>
          <p:cNvPr id="5" name="Graphic 4" descr="Brainstorm with solid fill">
            <a:extLst>
              <a:ext uri="{FF2B5EF4-FFF2-40B4-BE49-F238E27FC236}">
                <a16:creationId xmlns:a16="http://schemas.microsoft.com/office/drawing/2014/main" id="{672E894C-E3D6-FF5F-98AA-26D0BBB3C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5495" y="6858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7AC41F-3CB7-DE03-F7ED-10343B797ADA}"/>
              </a:ext>
            </a:extLst>
          </p:cNvPr>
          <p:cNvSpPr txBox="1"/>
          <p:nvPr/>
        </p:nvSpPr>
        <p:spPr>
          <a:xfrm>
            <a:off x="644577" y="33428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83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0C18861-EEC5-2890-BE1E-38E6F0370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92" y="-668521"/>
            <a:ext cx="10253816" cy="819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4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15E5-D23D-5B2B-3783-72DA9353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Adobe Illustrator 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1ADD-FBFA-9DC2-0F04-AB80BEC55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to import product data into the working document</a:t>
            </a:r>
          </a:p>
        </p:txBody>
      </p:sp>
    </p:spTree>
    <p:extLst>
      <p:ext uri="{BB962C8B-B14F-4D97-AF65-F5344CB8AC3E}">
        <p14:creationId xmlns:p14="http://schemas.microsoft.com/office/powerpoint/2010/main" val="339471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6F8-F19B-A4D9-EC0A-934D349E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4290-D1B3-022A-1F95-37E25CCF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886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From the spreadsheet we manually export the product information to CSV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From Adobe Illustrator then execute a JavaScript file to import coma separated values.</a:t>
            </a:r>
          </a:p>
          <a:p>
            <a:pPr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800" dirty="0"/>
              <a:t>Uses Adobe’s specific functions to insert and format the information.</a:t>
            </a:r>
          </a:p>
          <a:p>
            <a:pPr>
              <a:lnSpc>
                <a:spcPct val="100000"/>
              </a:lnSpc>
            </a:pPr>
            <a:endParaRPr lang="en-US" sz="2800" dirty="0"/>
          </a:p>
        </p:txBody>
      </p:sp>
      <p:pic>
        <p:nvPicPr>
          <p:cNvPr id="4" name="Graphic 3" descr="Gears with solid fill">
            <a:extLst>
              <a:ext uri="{FF2B5EF4-FFF2-40B4-BE49-F238E27FC236}">
                <a16:creationId xmlns:a16="http://schemas.microsoft.com/office/drawing/2014/main" id="{4627B7B0-357A-95E4-B237-719AABD17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0400" y="685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65C3529-2104-8C59-A8B8-267E03BE4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179" y="0"/>
            <a:ext cx="8824821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ABBF9EB-1D5B-5CB8-F3D5-0BF0FFF6841D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21908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A1EA-02E8-2D6A-AC5F-EFE2704F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0786-C893-4213-7E9D-4A83A1AF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020" y="2594343"/>
            <a:ext cx="5212080" cy="32667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Time saving; one click import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Avoids copy-paste mistakes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Adapts to table changes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FA281-2156-1F5B-9BB7-8D1CF4502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Graphic 5" descr="Apple with solid fill">
            <a:extLst>
              <a:ext uri="{FF2B5EF4-FFF2-40B4-BE49-F238E27FC236}">
                <a16:creationId xmlns:a16="http://schemas.microsoft.com/office/drawing/2014/main" id="{5E33C21B-6808-B552-E301-86B9EF8DD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700" y="685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5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9670-D57F-D2B4-3746-9931BF58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BE7FE-D283-156E-4051-774C7B4C2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Basic functionality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3AB0D-563C-C8DE-32B2-CA0588C44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Adobe only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94A30C-940E-CCF0-B49D-4AD07116C49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4164" y="3390123"/>
            <a:ext cx="3185683" cy="1725578"/>
          </a:xfrm>
        </p:spPr>
      </p:pic>
      <p:pic>
        <p:nvPicPr>
          <p:cNvPr id="20" name="Content Placeholder 19" descr="Basic Shapes with solid fill">
            <a:extLst>
              <a:ext uri="{FF2B5EF4-FFF2-40B4-BE49-F238E27FC236}">
                <a16:creationId xmlns:a16="http://schemas.microsoft.com/office/drawing/2014/main" id="{B53F26CD-BE9C-8795-7486-FD0F67398B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9064" y="3429000"/>
            <a:ext cx="2009055" cy="2009055"/>
          </a:xfrm>
        </p:spPr>
      </p:pic>
    </p:spTree>
    <p:extLst>
      <p:ext uri="{BB962C8B-B14F-4D97-AF65-F5344CB8AC3E}">
        <p14:creationId xmlns:p14="http://schemas.microsoft.com/office/powerpoint/2010/main" val="224712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15E5-D23D-5B2B-3783-72DA9353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1ADD-FBFA-9DC2-0F04-AB80BEC55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code to create the final label in PDF</a:t>
            </a:r>
          </a:p>
        </p:txBody>
      </p:sp>
    </p:spTree>
    <p:extLst>
      <p:ext uri="{BB962C8B-B14F-4D97-AF65-F5344CB8AC3E}">
        <p14:creationId xmlns:p14="http://schemas.microsoft.com/office/powerpoint/2010/main" val="2405117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6F8-F19B-A4D9-EC0A-934D349E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4290-D1B3-022A-1F95-37E25CCF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Template crafted in LaTeX typesetting.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Uses Python Pandas library to read a CSV file.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Populates a LaTeX (La-Tek) template with the read fields.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Generates a PDF from the template using </a:t>
            </a:r>
            <a:r>
              <a:rPr lang="en-US" sz="2800" b="1" dirty="0" err="1"/>
              <a:t>pdflatex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Saves label (</a:t>
            </a:r>
            <a:r>
              <a:rPr lang="en-US" sz="2800" dirty="0" err="1"/>
              <a:t>TeX</a:t>
            </a:r>
            <a:r>
              <a:rPr lang="en-US" sz="2800" dirty="0"/>
              <a:t> and PDF) to respective folder. 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pic>
        <p:nvPicPr>
          <p:cNvPr id="5" name="Graphic 4" descr="Gears with solid fill">
            <a:extLst>
              <a:ext uri="{FF2B5EF4-FFF2-40B4-BE49-F238E27FC236}">
                <a16:creationId xmlns:a16="http://schemas.microsoft.com/office/drawing/2014/main" id="{40C80159-26BB-8490-BFE2-6E6B32034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0400" y="685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32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BE00E-C40C-E98A-A0A9-735CA0EE4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987550"/>
            <a:ext cx="7200900" cy="2882900"/>
          </a:xfrm>
          <a:prstGeom prst="rect">
            <a:avLst/>
          </a:prstGeom>
          <a:noFill/>
          <a:ln w="19050" cap="rnd">
            <a:solidFill>
              <a:schemeClr val="tx1"/>
            </a:solidFill>
            <a:rou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1ACACAA-EEFF-5DEB-0A0C-04FD1398516B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404532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A1EA-02E8-2D6A-AC5F-EFE2704F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0786-C893-4213-7E9D-4A83A1AF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020" y="2843683"/>
            <a:ext cx="5212080" cy="30173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Generating many similar labels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 need for Adobe software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LaTeX package supports typesetting in multiple languages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FA281-2156-1F5B-9BB7-8D1CF4502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Graphic 5" descr="Apple with solid fill">
            <a:extLst>
              <a:ext uri="{FF2B5EF4-FFF2-40B4-BE49-F238E27FC236}">
                <a16:creationId xmlns:a16="http://schemas.microsoft.com/office/drawing/2014/main" id="{5E33C21B-6808-B552-E301-86B9EF8DD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700" y="685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1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9670-D57F-D2B4-3746-9931BF58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BE7FE-D283-156E-4051-774C7B4C2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Complex to craft a typesetting template</a:t>
            </a:r>
          </a:p>
        </p:txBody>
      </p:sp>
      <p:pic>
        <p:nvPicPr>
          <p:cNvPr id="8" name="Content Placeholder 7" descr="Triangle Ruler with solid fill">
            <a:extLst>
              <a:ext uri="{FF2B5EF4-FFF2-40B4-BE49-F238E27FC236}">
                <a16:creationId xmlns:a16="http://schemas.microsoft.com/office/drawing/2014/main" id="{A93DE3D2-3B62-DDB9-BF12-F6C25DC409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4614" y="3693225"/>
            <a:ext cx="1605018" cy="160501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3AB0D-563C-C8DE-32B2-CA0588C44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Design adjustments still needed</a:t>
            </a:r>
          </a:p>
        </p:txBody>
      </p:sp>
      <p:pic>
        <p:nvPicPr>
          <p:cNvPr id="15" name="Content Placeholder 11" descr="Building Brick Wall with solid fill">
            <a:extLst>
              <a:ext uri="{FF2B5EF4-FFF2-40B4-BE49-F238E27FC236}">
                <a16:creationId xmlns:a16="http://schemas.microsoft.com/office/drawing/2014/main" id="{1EFE343E-B4A4-CEFD-10DF-61C8FB110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1615" y="3607689"/>
            <a:ext cx="1779725" cy="1779725"/>
          </a:xfrm>
          <a:prstGeom prst="rect">
            <a:avLst/>
          </a:prstGeom>
        </p:spPr>
      </p:pic>
      <p:pic>
        <p:nvPicPr>
          <p:cNvPr id="19" name="Content Placeholder 11" descr="Move with solid fill">
            <a:extLst>
              <a:ext uri="{FF2B5EF4-FFF2-40B4-BE49-F238E27FC236}">
                <a16:creationId xmlns:a16="http://schemas.microsoft.com/office/drawing/2014/main" id="{0F2CEDBA-09DC-8C7B-6E4D-320EE3C8E9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4123" y="3433585"/>
            <a:ext cx="1775139" cy="1775139"/>
          </a:xfrm>
          <a:prstGeom prst="rect">
            <a:avLst/>
          </a:prstGeom>
        </p:spPr>
      </p:pic>
      <p:pic>
        <p:nvPicPr>
          <p:cNvPr id="25" name="Content Placeholder 24" descr="Artist male with solid fill">
            <a:extLst>
              <a:ext uri="{FF2B5EF4-FFF2-40B4-BE49-F238E27FC236}">
                <a16:creationId xmlns:a16="http://schemas.microsoft.com/office/drawing/2014/main" id="{E275F7FB-1ED8-3D62-7D9E-8C68E3CCCAF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6153" y="3333940"/>
            <a:ext cx="1874783" cy="1874783"/>
          </a:xfrm>
        </p:spPr>
      </p:pic>
    </p:spTree>
    <p:extLst>
      <p:ext uri="{BB962C8B-B14F-4D97-AF65-F5344CB8AC3E}">
        <p14:creationId xmlns:p14="http://schemas.microsoft.com/office/powerpoint/2010/main" val="300580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9670-D57F-D2B4-3746-9931BF58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Other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BE7FE-D283-156E-4051-774C7B4C2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3200" dirty="0"/>
              <a:t>Outer Case Design</a:t>
            </a:r>
          </a:p>
        </p:txBody>
      </p:sp>
      <p:pic>
        <p:nvPicPr>
          <p:cNvPr id="8" name="Content Placeholder 7" descr="A brown box with text on it&#10;&#10;Description automatically generated">
            <a:extLst>
              <a:ext uri="{FF2B5EF4-FFF2-40B4-BE49-F238E27FC236}">
                <a16:creationId xmlns:a16="http://schemas.microsoft.com/office/drawing/2014/main" id="{B6FD4C6E-F149-1476-11D4-774E44B49E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3173" y="3305175"/>
            <a:ext cx="4160267" cy="256222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3AB0D-563C-C8DE-32B2-CA0588C44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sz="3200" dirty="0"/>
              <a:t>White Label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AE90C-89BE-8FAC-532F-91FA77BD4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66344" y="3305207"/>
            <a:ext cx="3802654" cy="2562193"/>
          </a:xfrm>
        </p:spPr>
        <p:txBody>
          <a:bodyPr>
            <a:normAutofit/>
          </a:bodyPr>
          <a:lstStyle/>
          <a:p>
            <a:r>
              <a:rPr lang="en-US" sz="2800" dirty="0"/>
              <a:t>Replace brand logo, business address and barcode</a:t>
            </a:r>
          </a:p>
        </p:txBody>
      </p:sp>
      <p:pic>
        <p:nvPicPr>
          <p:cNvPr id="10" name="Graphic 9" descr="Lights On with solid fill">
            <a:extLst>
              <a:ext uri="{FF2B5EF4-FFF2-40B4-BE49-F238E27FC236}">
                <a16:creationId xmlns:a16="http://schemas.microsoft.com/office/drawing/2014/main" id="{0CA792A1-D0E3-442B-D14E-C3879C2EA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1798" y="5143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33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15E5-D23D-5B2B-3783-72DA9353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AI Prompting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1ADD-FBFA-9DC2-0F04-AB80BEC55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AI to generate a label</a:t>
            </a:r>
          </a:p>
        </p:txBody>
      </p:sp>
    </p:spTree>
    <p:extLst>
      <p:ext uri="{BB962C8B-B14F-4D97-AF65-F5344CB8AC3E}">
        <p14:creationId xmlns:p14="http://schemas.microsoft.com/office/powerpoint/2010/main" val="181400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6F8-F19B-A4D9-EC0A-934D349E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4290-D1B3-022A-1F95-37E25CCF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Upload a Coma Separated Value file into AI chat</a:t>
            </a:r>
          </a:p>
          <a:p>
            <a:r>
              <a:rPr lang="en-US" sz="2800" dirty="0"/>
              <a:t>Prompt “check for compliance with labelling regulations”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pic>
        <p:nvPicPr>
          <p:cNvPr id="5" name="Graphic 4" descr="Gears with solid fill">
            <a:extLst>
              <a:ext uri="{FF2B5EF4-FFF2-40B4-BE49-F238E27FC236}">
                <a16:creationId xmlns:a16="http://schemas.microsoft.com/office/drawing/2014/main" id="{40C80159-26BB-8490-BFE2-6E6B32034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0400" y="685800"/>
            <a:ext cx="914400" cy="914400"/>
          </a:xfrm>
          <a:prstGeom prst="rect">
            <a:avLst/>
          </a:prstGeom>
        </p:spPr>
      </p:pic>
      <p:pic>
        <p:nvPicPr>
          <p:cNvPr id="6" name="Graphic 5" descr="Table with solid fill">
            <a:extLst>
              <a:ext uri="{FF2B5EF4-FFF2-40B4-BE49-F238E27FC236}">
                <a16:creationId xmlns:a16="http://schemas.microsoft.com/office/drawing/2014/main" id="{C9E37C36-F825-CCBE-2C92-2E7E60F54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1683" y="3996069"/>
            <a:ext cx="1655135" cy="1655135"/>
          </a:xfrm>
          <a:prstGeom prst="rect">
            <a:avLst/>
          </a:prstGeom>
        </p:spPr>
      </p:pic>
      <p:pic>
        <p:nvPicPr>
          <p:cNvPr id="8" name="Graphic 7" descr="Chevron arrows with solid fill">
            <a:extLst>
              <a:ext uri="{FF2B5EF4-FFF2-40B4-BE49-F238E27FC236}">
                <a16:creationId xmlns:a16="http://schemas.microsoft.com/office/drawing/2014/main" id="{0A77B928-BE3A-EC03-EEC4-AD7821279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022" y="4366436"/>
            <a:ext cx="914400" cy="914400"/>
          </a:xfrm>
          <a:prstGeom prst="rect">
            <a:avLst/>
          </a:prstGeom>
        </p:spPr>
      </p:pic>
      <p:pic>
        <p:nvPicPr>
          <p:cNvPr id="10" name="Graphic 9" descr="Clipboard Mixed with solid fill">
            <a:extLst>
              <a:ext uri="{FF2B5EF4-FFF2-40B4-BE49-F238E27FC236}">
                <a16:creationId xmlns:a16="http://schemas.microsoft.com/office/drawing/2014/main" id="{D64978CA-C53A-E9C9-6773-86EA813F3E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6066" y="3708990"/>
            <a:ext cx="1952846" cy="1952846"/>
          </a:xfrm>
          <a:prstGeom prst="rect">
            <a:avLst/>
          </a:prstGeom>
        </p:spPr>
      </p:pic>
      <p:pic>
        <p:nvPicPr>
          <p:cNvPr id="11" name="Graphic 10" descr="Chevron arrows with solid fill">
            <a:extLst>
              <a:ext uri="{FF2B5EF4-FFF2-40B4-BE49-F238E27FC236}">
                <a16:creationId xmlns:a16="http://schemas.microsoft.com/office/drawing/2014/main" id="{FE6D94BF-3A96-4519-40C9-FAB6A7E5F0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1666" y="4366436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480CDB-A925-53F1-378A-3C1C1070EF75}"/>
              </a:ext>
            </a:extLst>
          </p:cNvPr>
          <p:cNvSpPr txBox="1"/>
          <p:nvPr/>
        </p:nvSpPr>
        <p:spPr>
          <a:xfrm>
            <a:off x="5790324" y="3900583"/>
            <a:ext cx="11961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030467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abel&#10;&#10;Description automatically generated">
            <a:extLst>
              <a:ext uri="{FF2B5EF4-FFF2-40B4-BE49-F238E27FC236}">
                <a16:creationId xmlns:a16="http://schemas.microsoft.com/office/drawing/2014/main" id="{8B542E73-31D7-EE4A-FFCA-CE48F392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45166"/>
            <a:ext cx="7772400" cy="25676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FCA9E97-AC87-F7DC-0520-61FB1B6BB050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Result (Gemini AI)</a:t>
            </a:r>
          </a:p>
        </p:txBody>
      </p:sp>
    </p:spTree>
    <p:extLst>
      <p:ext uri="{BB962C8B-B14F-4D97-AF65-F5344CB8AC3E}">
        <p14:creationId xmlns:p14="http://schemas.microsoft.com/office/powerpoint/2010/main" val="2190322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CA9E97-AC87-F7DC-0520-61FB1B6BB050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Result (Perplexity AI)</a:t>
            </a:r>
          </a:p>
        </p:txBody>
      </p:sp>
      <p:pic>
        <p:nvPicPr>
          <p:cNvPr id="3" name="Picture 2" descr="A close up of a product label&#10;&#10;Description automatically generated">
            <a:extLst>
              <a:ext uri="{FF2B5EF4-FFF2-40B4-BE49-F238E27FC236}">
                <a16:creationId xmlns:a16="http://schemas.microsoft.com/office/drawing/2014/main" id="{A1803EB5-3226-38CB-11AF-9684198E0A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757"/>
          <a:stretch/>
        </p:blipFill>
        <p:spPr>
          <a:xfrm>
            <a:off x="1371600" y="1749645"/>
            <a:ext cx="9601200" cy="469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57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A1EA-02E8-2D6A-AC5F-EFE2704F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0786-C893-4213-7E9D-4A83A1AF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020" y="2594343"/>
            <a:ext cx="5212080" cy="32667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Compliance check in text mode.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Design brainstorming.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Label preview.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FA281-2156-1F5B-9BB7-8D1CF4502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Graphic 5" descr="Apple with solid fill">
            <a:extLst>
              <a:ext uri="{FF2B5EF4-FFF2-40B4-BE49-F238E27FC236}">
                <a16:creationId xmlns:a16="http://schemas.microsoft.com/office/drawing/2014/main" id="{5E33C21B-6808-B552-E301-86B9EF8DD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700" y="685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1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9670-D57F-D2B4-3746-9931BF58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BE7FE-D283-156E-4051-774C7B4C2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813942"/>
            <a:ext cx="2611807" cy="135083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Still needs to be reviewed by a human.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3AB0D-563C-C8DE-32B2-CA0588C44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57190" y="2340864"/>
            <a:ext cx="2611807" cy="823912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Generative AI hallucinations.</a:t>
            </a:r>
          </a:p>
        </p:txBody>
      </p:sp>
      <p:pic>
        <p:nvPicPr>
          <p:cNvPr id="13" name="Content Placeholder 12" descr="Bug under magnifying glass with solid fill">
            <a:extLst>
              <a:ext uri="{FF2B5EF4-FFF2-40B4-BE49-F238E27FC236}">
                <a16:creationId xmlns:a16="http://schemas.microsoft.com/office/drawing/2014/main" id="{5DC24678-0D76-BBAD-DA5F-E7003BE410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626" y="3693225"/>
            <a:ext cx="1350834" cy="1350834"/>
          </a:xfrm>
        </p:spPr>
      </p:pic>
      <p:pic>
        <p:nvPicPr>
          <p:cNvPr id="11" name="Content Placeholder 7" descr="Clown with solid fill">
            <a:extLst>
              <a:ext uri="{FF2B5EF4-FFF2-40B4-BE49-F238E27FC236}">
                <a16:creationId xmlns:a16="http://schemas.microsoft.com/office/drawing/2014/main" id="{62152637-E343-80ED-6976-8C8463BE106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2958" y="3429000"/>
            <a:ext cx="1740269" cy="1740269"/>
          </a:xfrm>
        </p:spPr>
      </p:pic>
      <p:pic>
        <p:nvPicPr>
          <p:cNvPr id="15" name="Graphic 14" descr="Office worker female with solid fill">
            <a:extLst>
              <a:ext uri="{FF2B5EF4-FFF2-40B4-BE49-F238E27FC236}">
                <a16:creationId xmlns:a16="http://schemas.microsoft.com/office/drawing/2014/main" id="{EF6A9D36-791E-7F50-E8AC-EF613B0840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1600" y="3483720"/>
            <a:ext cx="1757320" cy="1757320"/>
          </a:xfrm>
          <a:prstGeom prst="rect">
            <a:avLst/>
          </a:prstGeom>
        </p:spPr>
      </p:pic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DC2AEBB-8DBD-1B7B-ECB4-0FD4B89376D4}"/>
              </a:ext>
            </a:extLst>
          </p:cNvPr>
          <p:cNvSpPr txBox="1">
            <a:spLocks/>
          </p:cNvSpPr>
          <p:nvPr/>
        </p:nvSpPr>
        <p:spPr>
          <a:xfrm>
            <a:off x="4983627" y="1813942"/>
            <a:ext cx="2611807" cy="13508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/>
              <a:t>Intellectual property </a:t>
            </a:r>
          </a:p>
          <a:p>
            <a:pPr algn="ctr">
              <a:lnSpc>
                <a:spcPct val="100000"/>
              </a:lnSpc>
            </a:pPr>
            <a:r>
              <a:rPr lang="en-US" dirty="0"/>
              <a:t>infringement.</a:t>
            </a:r>
          </a:p>
        </p:txBody>
      </p:sp>
      <p:pic>
        <p:nvPicPr>
          <p:cNvPr id="21" name="Graphic 20" descr="Badge Tm with solid fill">
            <a:extLst>
              <a:ext uri="{FF2B5EF4-FFF2-40B4-BE49-F238E27FC236}">
                <a16:creationId xmlns:a16="http://schemas.microsoft.com/office/drawing/2014/main" id="{5D75CCF2-D580-E495-1790-D8495A9F6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3574" y="3422783"/>
            <a:ext cx="1740269" cy="174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23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B73C468-D875-4A8E-A540-E43BF8232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6A1EA-02E8-2D6A-AC5F-EFE2704F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885" y="634028"/>
            <a:ext cx="4798243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9000"/>
              </a:lnSpc>
            </a:pPr>
            <a:r>
              <a:rPr lang="en-US" sz="6000" dirty="0"/>
              <a:t>Questions</a:t>
            </a:r>
            <a:r>
              <a:rPr lang="en-US" sz="6100" cap="all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FA281-2156-1F5B-9BB7-8D1CF4502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1885" y="4436462"/>
            <a:ext cx="4798243" cy="1794656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lang="en-US" sz="2300"/>
              <a:t> 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B4734F2F-19FC-4D35-9BDE-5CEAD57D9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27878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D97A8A26-FD96-4968-A34A-727382AC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Questions with solid fill">
            <a:extLst>
              <a:ext uri="{FF2B5EF4-FFF2-40B4-BE49-F238E27FC236}">
                <a16:creationId xmlns:a16="http://schemas.microsoft.com/office/drawing/2014/main" id="{A5F5775E-9957-BE87-9281-18636E7B9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19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FAE0-A868-F955-A46B-C8A35DCC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429000"/>
            <a:ext cx="9601200" cy="14859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657958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5966</TotalTime>
  <Words>315</Words>
  <Application>Microsoft Macintosh PowerPoint</Application>
  <PresentationFormat>Widescreen</PresentationFormat>
  <Paragraphs>66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Aptos</vt:lpstr>
      <vt:lpstr>Franklin Gothic Book</vt:lpstr>
      <vt:lpstr>Crop</vt:lpstr>
      <vt:lpstr>Label Automator</vt:lpstr>
      <vt:lpstr>The Problem to Solve</vt:lpstr>
      <vt:lpstr>PowerPoint Presentation</vt:lpstr>
      <vt:lpstr>1. Adobe Illustrator Script</vt:lpstr>
      <vt:lpstr>How it works</vt:lpstr>
      <vt:lpstr>PowerPoint Presentation</vt:lpstr>
      <vt:lpstr>What is it good for?</vt:lpstr>
      <vt:lpstr>Limitations</vt:lpstr>
      <vt:lpstr>2. Coding</vt:lpstr>
      <vt:lpstr>How it works</vt:lpstr>
      <vt:lpstr>PowerPoint Presentation</vt:lpstr>
      <vt:lpstr>What is it good for?</vt:lpstr>
      <vt:lpstr>Limitations</vt:lpstr>
      <vt:lpstr>Other Applications</vt:lpstr>
      <vt:lpstr>3. AI Prompting</vt:lpstr>
      <vt:lpstr>How it works</vt:lpstr>
      <vt:lpstr>PowerPoint Presentation</vt:lpstr>
      <vt:lpstr>PowerPoint Presentation</vt:lpstr>
      <vt:lpstr>What is it good for?</vt:lpstr>
      <vt:lpstr>Limitations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(11704831) Pedro Royo</dc:creator>
  <cp:lastModifiedBy>(11704831) Pedro Royo</cp:lastModifiedBy>
  <cp:revision>5</cp:revision>
  <dcterms:created xsi:type="dcterms:W3CDTF">2026-04-08T19:26:38Z</dcterms:created>
  <dcterms:modified xsi:type="dcterms:W3CDTF">2026-04-12T22:53:14Z</dcterms:modified>
</cp:coreProperties>
</file>